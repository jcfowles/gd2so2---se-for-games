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9" r:id="rId4"/>
    <p:sldId id="270" r:id="rId5"/>
    <p:sldId id="26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4" autoAdjust="0"/>
    <p:restoredTop sz="94660"/>
  </p:normalViewPr>
  <p:slideViewPr>
    <p:cSldViewPr snapToGrid="0">
      <p:cViewPr varScale="1">
        <p:scale>
          <a:sx n="60" d="100"/>
          <a:sy n="60" d="100"/>
        </p:scale>
        <p:origin x="30" y="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8/25/2015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8/25/2015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7072" y="1952360"/>
            <a:ext cx="7766936" cy="1646302"/>
          </a:xfrm>
        </p:spPr>
        <p:txBody>
          <a:bodyPr/>
          <a:lstStyle/>
          <a:p>
            <a:r>
              <a:rPr lang="en-NZ" sz="8800" dirty="0" smtClean="0"/>
              <a:t/>
            </a:r>
            <a:br>
              <a:rPr lang="en-NZ" sz="8800" dirty="0" smtClean="0"/>
            </a:br>
            <a:r>
              <a:rPr lang="en-NZ" sz="8800" dirty="0" err="1" smtClean="0"/>
              <a:t>ORBliteration</a:t>
            </a:r>
            <a:endParaRPr lang="en-NZ" sz="8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8886" y="4742481"/>
            <a:ext cx="2589291" cy="136860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 smtClean="0"/>
              <a:t>Team: </a:t>
            </a:r>
            <a:r>
              <a:rPr lang="en-NZ" b="1" dirty="0">
                <a:solidFill>
                  <a:schemeClr val="accent1"/>
                </a:solidFill>
              </a:rPr>
              <a:t>Phenomena</a:t>
            </a:r>
            <a:endParaRPr lang="en-US" b="1" dirty="0" smtClean="0">
              <a:solidFill>
                <a:schemeClr val="accent1"/>
              </a:solidFill>
            </a:endParaRPr>
          </a:p>
          <a:p>
            <a:pPr algn="l"/>
            <a:r>
              <a:rPr lang="en-US" dirty="0" smtClean="0"/>
              <a:t>Callan Moore</a:t>
            </a:r>
          </a:p>
          <a:p>
            <a:pPr algn="l"/>
            <a:r>
              <a:rPr lang="en-US" dirty="0" err="1" smtClean="0"/>
              <a:t>Jc</a:t>
            </a:r>
            <a:r>
              <a:rPr lang="en-US" dirty="0" smtClean="0"/>
              <a:t> Fowles</a:t>
            </a:r>
          </a:p>
          <a:p>
            <a:pPr algn="l"/>
            <a:r>
              <a:rPr lang="en-US" dirty="0" err="1" smtClean="0"/>
              <a:t>Juran</a:t>
            </a:r>
            <a:r>
              <a:rPr lang="en-US" dirty="0" smtClean="0"/>
              <a:t> Griffith</a:t>
            </a:r>
          </a:p>
          <a:p>
            <a:pPr algn="l"/>
            <a:endParaRPr lang="en-NZ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784727" y="4133592"/>
            <a:ext cx="7766936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598466" y="4302182"/>
            <a:ext cx="2589291" cy="8582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NZ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6596488" y="3432634"/>
            <a:ext cx="2797520" cy="7009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NZ" dirty="0"/>
              <a:t>(FUN) = (ORB)(</a:t>
            </a:r>
            <a:r>
              <a:rPr lang="en-NZ" dirty="0" smtClean="0"/>
              <a:t>PHYSICS)</a:t>
            </a:r>
            <a:r>
              <a:rPr lang="en-NZ" baseline="30000" dirty="0" smtClean="0"/>
              <a:t>2</a:t>
            </a:r>
            <a:endParaRPr lang="en-NZ" baseline="30000" dirty="0"/>
          </a:p>
        </p:txBody>
      </p:sp>
    </p:spTree>
    <p:extLst>
      <p:ext uri="{BB962C8B-B14F-4D97-AF65-F5344CB8AC3E}">
        <p14:creationId xmlns:p14="http://schemas.microsoft.com/office/powerpoint/2010/main" val="415383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ttp://s6.favim.com/orig/61/fire-paper-art-Favim.com-56450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411" y="5028996"/>
            <a:ext cx="2682218" cy="157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758162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NZ" sz="4400" dirty="0" smtClean="0"/>
              <a:t>Progress</a:t>
            </a:r>
            <a:endParaRPr lang="en-NZ" sz="44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50754" y="3090587"/>
            <a:ext cx="4809066" cy="1540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sz="3200" dirty="0" smtClean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77334" y="2078962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 sz="3200" dirty="0"/>
              <a:t>GDD</a:t>
            </a:r>
          </a:p>
          <a:p>
            <a:r>
              <a:rPr lang="en-NZ" sz="3200" dirty="0"/>
              <a:t>TDD</a:t>
            </a:r>
          </a:p>
          <a:p>
            <a:r>
              <a:rPr lang="en-NZ" sz="3200" dirty="0"/>
              <a:t>Product Backlog</a:t>
            </a:r>
          </a:p>
          <a:p>
            <a:r>
              <a:rPr lang="en-NZ" sz="3200" dirty="0"/>
              <a:t>Alpha Sprint</a:t>
            </a:r>
          </a:p>
          <a:p>
            <a:r>
              <a:rPr lang="en-NZ" sz="3200" dirty="0"/>
              <a:t>Tech </a:t>
            </a:r>
            <a:r>
              <a:rPr lang="en-NZ" sz="3200" dirty="0" smtClean="0"/>
              <a:t>Demo</a:t>
            </a:r>
          </a:p>
          <a:p>
            <a:endParaRPr lang="en-NZ" sz="3200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93" y="1649854"/>
            <a:ext cx="5686786" cy="473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758162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NZ" sz="4400" dirty="0" smtClean="0"/>
              <a:t>Lessons Learned</a:t>
            </a:r>
            <a:endParaRPr lang="en-NZ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078962"/>
            <a:ext cx="8596668" cy="3880773"/>
          </a:xfrm>
        </p:spPr>
        <p:txBody>
          <a:bodyPr>
            <a:normAutofit/>
          </a:bodyPr>
          <a:lstStyle/>
          <a:p>
            <a:r>
              <a:rPr lang="en-NZ" sz="3200" dirty="0" smtClean="0"/>
              <a:t>Teamwork</a:t>
            </a:r>
          </a:p>
          <a:p>
            <a:r>
              <a:rPr lang="en-NZ" sz="3200" dirty="0" smtClean="0"/>
              <a:t>Scoping</a:t>
            </a:r>
          </a:p>
          <a:p>
            <a:r>
              <a:rPr lang="en-NZ" sz="3200" dirty="0" smtClean="0"/>
              <a:t>Planning</a:t>
            </a:r>
          </a:p>
          <a:p>
            <a:pPr marL="0" indent="0">
              <a:buNone/>
            </a:pPr>
            <a:endParaRPr lang="en-NZ" sz="3200" dirty="0" smtClean="0"/>
          </a:p>
          <a:p>
            <a:endParaRPr lang="en-NZ" sz="3200" dirty="0" smtClean="0"/>
          </a:p>
        </p:txBody>
      </p:sp>
      <p:pic>
        <p:nvPicPr>
          <p:cNvPr id="2050" name="Picture 2" descr="https://www.asme.org/getmedia/703eeb2e-af83-4a04-a0dd-94e3592473e3/Teaching-Teamwork-to-Engineers_01.jpg.aspx?width=34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471" y="1732887"/>
            <a:ext cx="32385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jcjones.com/Portals/96864/images/IT%20strategic%20plannin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968" y="4019348"/>
            <a:ext cx="3407432" cy="236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86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758162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NZ" sz="4400" dirty="0" smtClean="0"/>
              <a:t>Actions in Progress</a:t>
            </a:r>
            <a:endParaRPr lang="en-NZ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078962"/>
            <a:ext cx="8596668" cy="3880773"/>
          </a:xfrm>
        </p:spPr>
        <p:txBody>
          <a:bodyPr>
            <a:normAutofit/>
          </a:bodyPr>
          <a:lstStyle/>
          <a:p>
            <a:r>
              <a:rPr lang="en-NZ" sz="3200" dirty="0" smtClean="0"/>
              <a:t>Game Framework System</a:t>
            </a:r>
          </a:p>
          <a:p>
            <a:pPr lvl="1"/>
            <a:r>
              <a:rPr lang="en-NZ" sz="3000" dirty="0" smtClean="0"/>
              <a:t>Render</a:t>
            </a:r>
          </a:p>
          <a:p>
            <a:pPr lvl="1"/>
            <a:r>
              <a:rPr lang="en-NZ" sz="3000" dirty="0" smtClean="0"/>
              <a:t>Physics</a:t>
            </a:r>
          </a:p>
          <a:p>
            <a:pPr lvl="1"/>
            <a:r>
              <a:rPr lang="en-NZ" sz="3000" dirty="0" smtClean="0"/>
              <a:t>Input</a:t>
            </a:r>
            <a:endParaRPr lang="en-NZ" sz="3000" dirty="0" smtClean="0"/>
          </a:p>
        </p:txBody>
      </p:sp>
      <p:pic>
        <p:nvPicPr>
          <p:cNvPr id="3074" name="Picture 2" descr="https://www.physics.umn.edu/stateless/imagedb.html?id=8521&amp;name=Physics%20Slam%20Im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857" y="1876223"/>
            <a:ext cx="28575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www.themogblog.com/wp/wp-content/uploads/2011/12/47250467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948" y="4431534"/>
            <a:ext cx="3106419" cy="1843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47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965435"/>
            <a:ext cx="8596668" cy="1320800"/>
          </a:xfrm>
        </p:spPr>
        <p:txBody>
          <a:bodyPr>
            <a:noAutofit/>
          </a:bodyPr>
          <a:lstStyle/>
          <a:p>
            <a:pPr algn="ctr"/>
            <a:r>
              <a:rPr lang="en-NZ" sz="7200" dirty="0" smtClean="0"/>
              <a:t>Thank </a:t>
            </a:r>
            <a:r>
              <a:rPr lang="en-NZ" sz="7200" dirty="0" smtClean="0"/>
              <a:t>You </a:t>
            </a:r>
            <a:r>
              <a:rPr lang="en-NZ" sz="7200" dirty="0"/>
              <a:t>F</a:t>
            </a:r>
            <a:r>
              <a:rPr lang="en-NZ" sz="7200" dirty="0" smtClean="0"/>
              <a:t>or </a:t>
            </a:r>
            <a:r>
              <a:rPr lang="en-NZ" sz="7200" dirty="0"/>
              <a:t>Y</a:t>
            </a:r>
            <a:r>
              <a:rPr lang="en-NZ" sz="7200" dirty="0" smtClean="0"/>
              <a:t>our </a:t>
            </a:r>
            <a:r>
              <a:rPr lang="en-NZ" sz="7200" dirty="0"/>
              <a:t>T</a:t>
            </a:r>
            <a:r>
              <a:rPr lang="en-NZ" sz="7200" dirty="0" smtClean="0"/>
              <a:t>ime</a:t>
            </a:r>
            <a:endParaRPr lang="en-NZ" sz="7200" dirty="0"/>
          </a:p>
        </p:txBody>
      </p:sp>
    </p:spTree>
    <p:extLst>
      <p:ext uri="{BB962C8B-B14F-4D97-AF65-F5344CB8AC3E}">
        <p14:creationId xmlns:p14="http://schemas.microsoft.com/office/powerpoint/2010/main" val="171453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351</TotalTime>
  <Words>45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 ORBliteration</vt:lpstr>
      <vt:lpstr>Progress</vt:lpstr>
      <vt:lpstr>Lessons Learned</vt:lpstr>
      <vt:lpstr>Actions in Progress</vt:lpstr>
      <vt:lpstr>Thank You For Your Time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Battle Balls</dc:title>
  <dc:creator>JC Fowles</dc:creator>
  <cp:lastModifiedBy>Juran Griffith</cp:lastModifiedBy>
  <cp:revision>31</cp:revision>
  <dcterms:created xsi:type="dcterms:W3CDTF">2015-07-30T07:11:55Z</dcterms:created>
  <dcterms:modified xsi:type="dcterms:W3CDTF">2015-08-25T07:37:55Z</dcterms:modified>
</cp:coreProperties>
</file>